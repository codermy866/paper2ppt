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Academic researchers often spend significant time converting a paper into a presentation. This work studies how to automatically transform a research paper into an editable slide deck. We propose an agent pipeline tha...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Academic researchers often spend significant time converting a paper into a presentation. This work studies how to automatically transform a research paper into an editable slide deck. We propose an agent pipeline tha...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proposed system consists of five modules. First, a parser extracts raw text and metadata from the PDF. Second, a classifier identifies abstract, background, method, experiment setup, results, and conclusion. Third...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evaluate the system on a small benchmark of machine learning and natural language processing papers. Each generated presentation is inspected for structural completeness, faithfulness, and conciseness. We compare 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agent pipeline consistently produces presentations with clearer slide organization than the baseline. Background and method slides are more complete, and conclusion slides better reflect the paper's final claims....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paper presents a practical MVP for automatic academic presentation generation. The results suggest that explicit task decomposition is a strong foundation for future work. In the next stage, figure extraction, st...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212529"/>
                </a:solidFill>
                <a:latin typeface="Arial"/>
              </a:rPr>
              <a:t>Paper2Slides: An Agent Pipeline for Automatic Academic Presentation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45920"/>
            <a:ext cx="10424160" cy="44805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Academic researchers often spend significant time converting a paper into a presentation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This work studies how to automatically transform a research paper into an editable slide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73152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5EB8"/>
                </a:solidFill>
                <a:latin typeface="Arial"/>
              </a:rPr>
              <a:t>Auto-generated academic presentation (editable PPTX)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212529"/>
                </a:solidFill>
                <a:latin typeface="Arial"/>
              </a:rPr>
              <a:t>Research Background and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45920"/>
            <a:ext cx="10424160" cy="44805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Academic researchers often spend significant time converting a paper into a presentation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This work studies how to automatically transform a research paper into an editable slide deck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We propose an agent pipeline that parses paper text, identifies rhetorical sections, plans presentation structure, and generates slide co...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73152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212529"/>
                </a:solidFill>
                <a:latin typeface="Arial"/>
              </a:rP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45920"/>
            <a:ext cx="10424160" cy="44805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The proposed system consists of five modules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First, a parser extracts raw text and metadata from the PDF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Second, a classifier identifies abstract, background, method, experiment setup, results, and conclusion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Third, a planner creates a slide outline with six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73152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212529"/>
                </a:solidFill>
                <a:latin typeface="Arial"/>
              </a:rP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45920"/>
            <a:ext cx="10424160" cy="44805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We evaluate the system on a small benchmark of machine learning and natural language processing papers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Each generated presentation is inspected for structural completeness, faithfulness, and conciseness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We compare the modular agent pipeline with a single-step summarization baseline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The implementation uses simple heuristics in the MVP stage and leaves room for future LLM enhancement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73152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212529"/>
                </a:solidFill>
                <a:latin typeface="Arial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45920"/>
            <a:ext cx="10424160" cy="44805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The agent pipeline consistently produces presentations with clearer slide organization than the baseline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Background and method slides are more complete, and conclusion slides better reflect the paper's final claims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Users also report that editable PPTX output is more practical than markdown summaries because it reduces manual post-processing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73152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212529"/>
                </a:solidFill>
                <a:latin typeface="Arial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45920"/>
            <a:ext cx="10424160" cy="44805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This paper presents a practical MVP for automatic academic presentation generation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The results suggest that explicit task decomposition is a strong foundation for future work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  <a:latin typeface="Arial"/>
              </a:defRPr>
            </a:pPr>
            <a:r>
              <a:rPr sz="2000">
                <a:solidFill>
                  <a:srgbClr val="374151"/>
                </a:solidFill>
                <a:latin typeface="Arial"/>
              </a:rPr>
              <a:t>In the next stage, figure extraction, style templates, and interactive editing can be integrated into the same agent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73152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