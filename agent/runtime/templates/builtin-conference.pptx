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Paper2PPT Built-in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builtin-conference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